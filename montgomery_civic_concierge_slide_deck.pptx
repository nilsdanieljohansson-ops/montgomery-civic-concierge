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109728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05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B3C5D"/>
                </a:solidFill>
                <a:latin typeface="Calibri"/>
              </a:defRPr>
            </a:pPr>
            <a:r>
              <a:t>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Montgomery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08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7A8C"/>
                </a:solidFill>
                <a:latin typeface="Calibri"/>
              </a:defRPr>
            </a:pPr>
            <a:r>
              <a:t>CIVIC CONCIERGE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ADCFC"/>
                </a:solidFill>
                <a:latin typeface="Calibri"/>
              </a:defRPr>
            </a:pPr>
            <a:r>
              <a:t>AI-powered civic assistant that helps Montgomery residents</a:t>
            </a:r>
            <a:br/>
            <a:r>
              <a:t>find the right city service, understand what to do next,</a:t>
            </a:r>
            <a:br/>
            <a:r>
              <a:t>and generate ready-to-send reports.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World Wide Vibes Hackathon · GenAI.Works Academy · March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Daniel Johansson · Solo Builder · Karlskrona, Sweden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754880"/>
            <a:ext cx="1325880" cy="320040"/>
          </a:xfrm>
          <a:prstGeom prst="roundRect">
            <a:avLst/>
          </a:prstGeom>
          <a:solidFill>
            <a:srgbClr val="13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7548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Montgomery Open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4754880"/>
            <a:ext cx="1325880" cy="320040"/>
          </a:xfrm>
          <a:prstGeom prst="roundRect">
            <a:avLst/>
          </a:prstGeom>
          <a:solidFill>
            <a:srgbClr val="13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47548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Bright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98480" y="4754880"/>
            <a:ext cx="1325880" cy="320040"/>
          </a:xfrm>
          <a:prstGeom prst="roundRect">
            <a:avLst/>
          </a:prstGeom>
          <a:solidFill>
            <a:srgbClr val="1356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475488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Claude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3C5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City services are hard to navigate for residents.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Fragmented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City services are spread across multiple websites, departments, and phone numbers.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Confusing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46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Residents don't know which department handles their issue or how to file a report.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No safety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43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Infrastructure and safety updates are buried in separate portals.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120639"/>
            <a:ext cx="457200" cy="45720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206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Time-consuming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406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B5563"/>
                </a:solidFill>
                <a:latin typeface="Calibri"/>
              </a:defRPr>
            </a:pPr>
            <a:r>
              <a:t>Simple questions like "how do I report a pothole?" require multiple searches.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3C5D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One question. Instant guidance. Ready-to-send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548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A1D23"/>
                </a:solidFill>
                <a:latin typeface="Calibri"/>
              </a:defRPr>
            </a:pPr>
            <a:r>
              <a:t>"How do I report a pothole?"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F7A8C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926080" cy="1645920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D23"/>
                </a:solidFill>
                <a:latin typeface="Calibri"/>
              </a:defRPr>
            </a:pPr>
            <a:r>
              <a:t>🛣️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3C5D"/>
                </a:solidFill>
                <a:latin typeface="Calibri"/>
              </a:defRPr>
            </a:pPr>
            <a:r>
              <a:t>Public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Correct department identified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108960"/>
            <a:ext cx="2926080" cy="1645920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D23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3C5D"/>
                </a:solidFill>
                <a:latin typeface="Calibri"/>
              </a:defRPr>
            </a:pPr>
            <a:r>
              <a:t>3 Clear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Report → Track → Contact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108960"/>
            <a:ext cx="2926080" cy="1645920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1D23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3C5D"/>
                </a:solidFill>
                <a:latin typeface="Calibri"/>
              </a:defRPr>
            </a:pPr>
            <a:r>
              <a:t>Ready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Copy or email directly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A8C"/>
                </a:solidFill>
                <a:latin typeface="Calibri"/>
              </a:defRPr>
            </a:pPr>
            <a:r>
              <a:t>Think of it as a civic concierge powered by AI and real Montgomery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3C5D"/>
                </a:solidFill>
                <a:latin typeface="Calibri"/>
              </a:defRPr>
            </a:pPr>
            <a:r>
              <a:t>Real Data, Real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B5563"/>
                </a:solidFill>
                <a:latin typeface="Calibri"/>
              </a:defRPr>
            </a:pPr>
            <a:r>
              <a:t>Two data layers working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3200400"/>
          </a:xfrm>
          <a:prstGeom prst="round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3C5D"/>
                </a:solidFill>
                <a:latin typeface="Calibri"/>
              </a:defRPr>
            </a:pPr>
            <a:r>
              <a:t>Montgomery Open Data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7A8C"/>
                </a:solidFill>
                <a:latin typeface="Calibri"/>
              </a:defRPr>
            </a:pPr>
            <a:r>
              <a:t>19 ArcGIS datasets · Live REST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Tornado Shelters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Weather Sirens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911 Call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311 Service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Paving 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346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Fire &amp; Police Stations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Business Licenses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Code Violations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Food Safety Scores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Parks &amp; Trails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828800"/>
            <a:ext cx="5029200" cy="32004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Bright Data · Web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774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A317"/>
                </a:solidFill>
                <a:latin typeface="Calibri"/>
              </a:defRPr>
            </a:pPr>
            <a:r>
              <a:t>Crawl API · Public web scraping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City News &amp; Announcements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46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Emergency Alerts &amp; Closures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Road Closures &amp; Traffic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Community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• City Council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A317"/>
                </a:solidFill>
                <a:latin typeface="Calibri"/>
              </a:defRPr>
            </a:pPr>
            <a:r>
              <a:t>+3 bonus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3C5D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D23"/>
                </a:solidFill>
                <a:latin typeface="Calibri"/>
              </a:defRPr>
            </a:pPr>
            <a:r>
              <a:t>Resident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Natural language</a:t>
            </a:r>
            <a:br/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3154680" y="1645920"/>
            <a:ext cx="640080" cy="640080"/>
          </a:xfrm>
          <a:prstGeom prst="ellipse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D23"/>
                </a:solidFill>
                <a:latin typeface="Calibri"/>
              </a:defRPr>
            </a:pPr>
            <a:r>
              <a:t>AI Analyzes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Prompt orchestration</a:t>
            </a:r>
            <a:br/>
            <a:r>
              <a:t>+ context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5440680" y="1645920"/>
            <a:ext cx="640080" cy="64008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D23"/>
                </a:solidFill>
                <a:latin typeface="Calibri"/>
              </a:defRPr>
            </a:pPr>
            <a:r>
              <a:t>Data Enriches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ArcGIS + Bright Data</a:t>
            </a:r>
            <a:br/>
            <a:r>
              <a:t>provide local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7726680" y="1645920"/>
            <a:ext cx="640080" cy="64008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D23"/>
                </a:solidFill>
                <a:latin typeface="Calibri"/>
              </a:defRPr>
            </a:pPr>
            <a:r>
              <a:t>Response Built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Structured JSON with</a:t>
            </a:r>
            <a:br/>
            <a:r>
              <a:t>dept, steps,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Oval 23"/>
          <p:cNvSpPr/>
          <p:nvPr/>
        </p:nvSpPr>
        <p:spPr>
          <a:xfrm>
            <a:off x="10012680" y="16459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1691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468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D23"/>
                </a:solidFill>
                <a:latin typeface="Calibri"/>
              </a:defRPr>
            </a:pPr>
            <a:r>
              <a:t>UI Renders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283464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4B5563"/>
                </a:solidFill>
                <a:latin typeface="Calibri"/>
              </a:defRPr>
            </a:pPr>
            <a:r>
              <a:t>Step cards, report,</a:t>
            </a:r>
            <a:br/>
            <a:r>
              <a:t>safety badge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3C5D"/>
                </a:solidFill>
                <a:latin typeface="Calibri"/>
              </a:defRPr>
            </a:pPr>
            <a:r>
              <a:t>Architecture Highlights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434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Provider-agnostic AI layer — works with Claude, GPT, or Gemini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Serverless proxy on Vercel — API keys never exposed to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074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Smart fallback system — auto/live/demo modes, always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94959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Shelter enrichment — scores and ranks shelters by proximity and completeness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15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• City Health Score — composite metric from 911, 311, and infrastructure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3C5D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4008" cy="20116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AI Civic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Natural language → correct department out of 12 categories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371600"/>
            <a:ext cx="64008" cy="2011680"/>
          </a:xfrm>
          <a:prstGeom prst="rect">
            <a:avLst/>
          </a:prstGeom>
          <a:solidFill>
            <a:srgbClr val="0B3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Report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74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One-click structured reports, copy or open in 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371600"/>
            <a:ext cx="64008" cy="2011680"/>
          </a:xfrm>
          <a:prstGeom prst="rect">
            <a:avLst/>
          </a:prstGeom>
          <a:solidFill>
            <a:srgbClr val="D64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63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Safety Badge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2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Dynamic green/yellow/red status based on query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64008" cy="20116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City Pulse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Live sidebar with 911, 311, weather, and infrastructure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931920"/>
            <a:ext cx="64008" cy="201168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Shelter Finder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Scores and ranks tornado shelters by completeness and ZIP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64008" cy="2011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D23"/>
                </a:solidFill>
                <a:latin typeface="Calibri"/>
              </a:defRPr>
            </a:pPr>
            <a:r>
              <a:t>Web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348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B5563"/>
                </a:solidFill>
                <a:latin typeface="Calibri"/>
              </a:defRPr>
            </a:pPr>
            <a:r>
              <a:t>Bright Data scrapes city alerts, closures, and events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3C5D"/>
                </a:solidFill>
                <a:latin typeface="Calibri"/>
              </a:defRPr>
            </a:pPr>
            <a:r>
              <a:t>Impact &amp; Judging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914400" cy="4572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D23"/>
                </a:solidFill>
                <a:latin typeface="Calibri"/>
              </a:defRPr>
            </a:pPr>
            <a:r>
              <a:t>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Directly addresses "Improve city communication and public access"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914400" cy="4572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/10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D23"/>
                </a:solidFill>
                <a:latin typeface="Calibri"/>
              </a:defRPr>
            </a:pPr>
            <a:r>
              <a:t>Quality &amp;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23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Polished design, accessible HTML, robust error handling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914400" cy="4572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D23"/>
                </a:solidFill>
                <a:latin typeface="Calibri"/>
              </a:defRPr>
            </a:pPr>
            <a:r>
              <a:t>Originality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00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AI routing + shelter enrichment + report gen + safety awareness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914400" cy="4572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03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03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D23"/>
                </a:solidFill>
                <a:latin typeface="Calibri"/>
              </a:defRPr>
            </a:pPr>
            <a:r>
              <a:t>Social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776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Helps all residents, especially those unfamiliar with processes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914400" cy="457200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D23"/>
                </a:solidFill>
                <a:latin typeface="Calibri"/>
              </a:defRPr>
            </a:pPr>
            <a:r>
              <a:t>Commercialization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754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Adaptable to any city with open data; SaaS potential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57800"/>
            <a:ext cx="914400" cy="457200"/>
          </a:xfrm>
          <a:prstGeom prst="roundRect">
            <a:avLst/>
          </a:prstGeom>
          <a:solidFill>
            <a:srgbClr val="E8A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257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+3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257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D23"/>
                </a:solidFill>
                <a:latin typeface="Calibri"/>
              </a:defRPr>
            </a:pPr>
            <a:r>
              <a:t>Bright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32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B5563"/>
                </a:solidFill>
                <a:latin typeface="Calibri"/>
              </a:defRPr>
            </a:pPr>
            <a:r>
              <a:t>Integrated Crawl API for live web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Montgomery Civic Concierge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ADCFC"/>
                </a:solidFill>
                <a:latin typeface="Calibri"/>
              </a:defRPr>
            </a:pPr>
            <a:r>
              <a:t>AI-powered civic assistant for Montgomery residents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A8C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nilsdanieljohansson-ops.github.io/montgomery-civic-concierge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7A8C"/>
                </a:solidFill>
                <a:latin typeface="Calibri"/>
              </a:defRPr>
            </a:pPr>
            <a:r>
              <a:t>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343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github.com/nilsdanieljohansson-ops/montgomery-civic-concierge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Calibri"/>
              </a:defRPr>
            </a:pPr>
            <a:r>
              <a:t>Daniel Johansson · Solo Builder · "One Solo Meatball"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Built for the World Wide Vibes Hackathon · GenAI.Works Academy ·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